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57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75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66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52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90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17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2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48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4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70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72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1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Linux Hands-On 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Command-Based Practical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0: 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whoami – current user</a:t>
            </a:r>
          </a:p>
          <a:p>
            <a:r>
              <a:t>pwd – current directory</a:t>
            </a:r>
          </a:p>
          <a:p>
            <a:r>
              <a:t>uname -a – OS info</a:t>
            </a:r>
          </a:p>
          <a:p>
            <a:r>
              <a:t>ls – list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1: File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ls /</a:t>
            </a:r>
          </a:p>
          <a:p>
            <a:r>
              <a:t>cd /etc</a:t>
            </a:r>
          </a:p>
          <a:p>
            <a:r>
              <a:t>cd /var/log</a:t>
            </a:r>
          </a:p>
          <a:p>
            <a:r>
              <a:t>mkdir, touch, cp, mv, 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2: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ls -l</a:t>
            </a:r>
          </a:p>
          <a:p>
            <a:r>
              <a:t>chmod</a:t>
            </a:r>
          </a:p>
          <a:p>
            <a:r>
              <a:t>chown</a:t>
            </a:r>
          </a:p>
          <a:p>
            <a:r>
              <a:t>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3: Processes &amp;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 aux</a:t>
            </a:r>
          </a:p>
          <a:p>
            <a:r>
              <a:t>top</a:t>
            </a:r>
          </a:p>
          <a:p>
            <a:r>
              <a:t>kill</a:t>
            </a:r>
          </a:p>
          <a:p>
            <a:r>
              <a:t>systemctl status/restart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4: Logs &amp;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ls /var/log</a:t>
            </a:r>
          </a:p>
          <a:p>
            <a:r>
              <a:t>tail -n</a:t>
            </a:r>
          </a:p>
          <a:p>
            <a:r>
              <a:t>tail -f</a:t>
            </a:r>
          </a:p>
          <a:p>
            <a:r>
              <a:t>journalctl</a:t>
            </a:r>
          </a:p>
          <a:p>
            <a:r>
              <a:t>grep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5: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 a</a:t>
            </a:r>
          </a:p>
          <a:p>
            <a:r>
              <a:t>ss -tuln</a:t>
            </a:r>
          </a:p>
          <a:p>
            <a:r>
              <a:t>ping</a:t>
            </a:r>
          </a:p>
          <a:p>
            <a:r>
              <a:t>curl</a:t>
            </a:r>
          </a:p>
          <a:p>
            <a:r>
              <a:t>ufw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6: App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python3 -m http.server</a:t>
            </a:r>
          </a:p>
          <a:p>
            <a:r>
              <a:t>nohup</a:t>
            </a:r>
          </a:p>
          <a:p>
            <a:r>
              <a:t>systemctl enable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7: SSH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ssh</a:t>
            </a:r>
          </a:p>
          <a:p>
            <a:r>
              <a:t>ssh-keygen</a:t>
            </a:r>
          </a:p>
          <a:p>
            <a:r>
              <a:t>ssh-copy-id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8: Failure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 -h</a:t>
            </a:r>
          </a:p>
          <a:p>
            <a:r>
              <a:t>free -m</a:t>
            </a:r>
          </a:p>
          <a:p>
            <a:r>
              <a:t>chmod 000</a:t>
            </a:r>
          </a:p>
          <a:p>
            <a:r>
              <a:t>systemctl stop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9: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nano script.sh</a:t>
            </a:r>
          </a:p>
          <a:p>
            <a:r>
              <a:t>#!/bin/bash</a:t>
            </a:r>
          </a:p>
          <a:p>
            <a:r>
              <a:t>chmod +x</a:t>
            </a:r>
          </a:p>
          <a:p>
            <a:r>
              <a:t>./script.sh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Confidence in Linux</a:t>
            </a:r>
          </a:p>
          <a:p>
            <a:r>
              <a:t>Ready for Cloud &amp; 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</TotalTime>
  <Words>175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Linux Hands-On Labs</vt:lpstr>
      <vt:lpstr>Lab 0: Environment Setup</vt:lpstr>
      <vt:lpstr>Lab 1: File System</vt:lpstr>
      <vt:lpstr>Lab 2: Permissions</vt:lpstr>
      <vt:lpstr>Lab 3: Processes &amp; Services</vt:lpstr>
      <vt:lpstr>Lab 4: Logs &amp; Debugging</vt:lpstr>
      <vt:lpstr>Lab 5: Networking</vt:lpstr>
      <vt:lpstr>Lab 6: App Hosting</vt:lpstr>
      <vt:lpstr>Lab 7: SSH Access</vt:lpstr>
      <vt:lpstr>Lab 8: Failure Simulation</vt:lpstr>
      <vt:lpstr>Lab 9: Automation</vt:lpstr>
      <vt:lpstr>Final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Neha</cp:lastModifiedBy>
  <cp:revision>2</cp:revision>
  <dcterms:created xsi:type="dcterms:W3CDTF">2013-01-27T09:14:16Z</dcterms:created>
  <dcterms:modified xsi:type="dcterms:W3CDTF">2026-01-05T13:38:40Z</dcterms:modified>
  <cp:category/>
</cp:coreProperties>
</file>