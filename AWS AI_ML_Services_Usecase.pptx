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AI/ML Services - Features, Examples &amp; Use Cases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Amazon Textract | Bedrock | Comprehend | SageMaker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Textract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400" dirty="0"/>
          </a:p>
          <a:p>
            <a:pPr>
              <a:defRPr sz="2000" b="1"/>
            </a:pPr>
            <a:r>
              <a:rPr sz="1400" dirty="0"/>
              <a:t>📌 Features:</a:t>
            </a:r>
          </a:p>
          <a:p>
            <a:pPr lvl="1">
              <a:defRPr sz="1800"/>
            </a:pPr>
            <a:r>
              <a:rPr sz="1400" dirty="0"/>
              <a:t>OCR for printed + handwritten text</a:t>
            </a:r>
          </a:p>
          <a:p>
            <a:pPr lvl="1">
              <a:defRPr sz="1800"/>
            </a:pPr>
            <a:r>
              <a:rPr sz="1400" dirty="0"/>
              <a:t>Key-Value pair extraction from forms</a:t>
            </a:r>
          </a:p>
          <a:p>
            <a:pPr lvl="1">
              <a:defRPr sz="1800"/>
            </a:pPr>
            <a:r>
              <a:rPr sz="1400" dirty="0"/>
              <a:t>Table extraction with row/column structure</a:t>
            </a:r>
          </a:p>
          <a:p>
            <a:pPr lvl="1">
              <a:defRPr sz="1800"/>
            </a:pPr>
            <a:r>
              <a:rPr sz="1400" dirty="0"/>
              <a:t>Document classification</a:t>
            </a:r>
          </a:p>
          <a:p>
            <a:pPr lvl="1">
              <a:defRPr sz="1800"/>
            </a:pPr>
            <a:r>
              <a:rPr sz="1400" dirty="0"/>
              <a:t>Scalable &amp; integrates with AWS services</a:t>
            </a:r>
          </a:p>
          <a:p>
            <a:br>
              <a:rPr sz="1400" dirty="0"/>
            </a:br>
            <a:r>
              <a:rPr sz="1400" dirty="0"/>
              <a:t>📍 Example:</a:t>
            </a:r>
          </a:p>
          <a:p>
            <a:pPr lvl="1">
              <a:defRPr sz="1800"/>
            </a:pPr>
            <a:r>
              <a:rPr sz="1400" dirty="0"/>
              <a:t>Extract medical prescription details (patient, doctor, medicines, dosage) into JSON.</a:t>
            </a:r>
          </a:p>
          <a:p>
            <a:br>
              <a:rPr sz="1400" dirty="0"/>
            </a:br>
            <a:r>
              <a:rPr sz="1400" dirty="0"/>
              <a:t>📍 Use Cases:</a:t>
            </a:r>
          </a:p>
          <a:p>
            <a:pPr lvl="1">
              <a:defRPr sz="1800"/>
            </a:pPr>
            <a:r>
              <a:rPr sz="1400" dirty="0"/>
              <a:t>KYC document processing</a:t>
            </a:r>
          </a:p>
          <a:p>
            <a:pPr lvl="1">
              <a:defRPr sz="1800"/>
            </a:pPr>
            <a:r>
              <a:rPr sz="1400" dirty="0"/>
              <a:t>Invoice/receipt automation</a:t>
            </a:r>
          </a:p>
          <a:p>
            <a:pPr lvl="1">
              <a:defRPr sz="1800"/>
            </a:pPr>
            <a:r>
              <a:rPr sz="1400" dirty="0"/>
              <a:t>Insurance claim automation</a:t>
            </a:r>
          </a:p>
          <a:p>
            <a:pPr lvl="1">
              <a:defRPr sz="1800"/>
            </a:pPr>
            <a:r>
              <a:rPr sz="1400" dirty="0"/>
              <a:t>Digitizing legal/financial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Bedrock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400" dirty="0"/>
          </a:p>
          <a:p>
            <a:pPr>
              <a:defRPr sz="2000" b="1"/>
            </a:pPr>
            <a:r>
              <a:rPr sz="1400" dirty="0"/>
              <a:t>📌 Features:</a:t>
            </a:r>
          </a:p>
          <a:p>
            <a:pPr lvl="1">
              <a:defRPr sz="1800"/>
            </a:pPr>
            <a:r>
              <a:rPr sz="1400" dirty="0"/>
              <a:t>Hub for foundation models (Claude, Llama, Titan, etc.)</a:t>
            </a:r>
          </a:p>
          <a:p>
            <a:pPr lvl="1">
              <a:defRPr sz="1800"/>
            </a:pPr>
            <a:r>
              <a:rPr sz="1400" dirty="0"/>
              <a:t>No infrastructure to manage, API-based</a:t>
            </a:r>
          </a:p>
          <a:p>
            <a:pPr lvl="1">
              <a:defRPr sz="1800"/>
            </a:pPr>
            <a:r>
              <a:rPr sz="1400" dirty="0"/>
              <a:t>Supports text, chat, and images (Stability AI)</a:t>
            </a:r>
          </a:p>
          <a:p>
            <a:pPr lvl="1">
              <a:defRPr sz="1800"/>
            </a:pPr>
            <a:r>
              <a:rPr sz="1400" dirty="0"/>
              <a:t>Fine-tuning with private data</a:t>
            </a:r>
          </a:p>
          <a:p>
            <a:pPr lvl="1">
              <a:defRPr sz="1800"/>
            </a:pPr>
            <a:r>
              <a:rPr sz="1400" dirty="0"/>
              <a:t>Agents for multi-step automation</a:t>
            </a:r>
          </a:p>
          <a:p>
            <a:br>
              <a:rPr sz="1400" dirty="0"/>
            </a:br>
            <a:r>
              <a:rPr sz="1400" dirty="0"/>
              <a:t>📍 Example:</a:t>
            </a:r>
          </a:p>
          <a:p>
            <a:pPr lvl="1">
              <a:defRPr sz="1800"/>
            </a:pPr>
            <a:r>
              <a:rPr sz="1400" dirty="0"/>
              <a:t>Summarize a 20-page HR policy document using Claude model.</a:t>
            </a:r>
          </a:p>
          <a:p>
            <a:br>
              <a:rPr sz="1400" dirty="0"/>
            </a:br>
            <a:r>
              <a:rPr sz="1400" dirty="0"/>
              <a:t>📍 Use Cases:</a:t>
            </a:r>
          </a:p>
          <a:p>
            <a:pPr lvl="1">
              <a:defRPr sz="1800"/>
            </a:pPr>
            <a:r>
              <a:rPr sz="1400" dirty="0"/>
              <a:t>Chatbots &amp; virtual assistants</a:t>
            </a:r>
          </a:p>
          <a:p>
            <a:pPr lvl="1">
              <a:defRPr sz="1800"/>
            </a:pPr>
            <a:r>
              <a:rPr sz="1400" dirty="0"/>
              <a:t>Summarization of reports/documents</a:t>
            </a:r>
          </a:p>
          <a:p>
            <a:pPr lvl="1">
              <a:defRPr sz="1800"/>
            </a:pPr>
            <a:r>
              <a:rPr sz="1400" dirty="0"/>
              <a:t>Content generation (blogs, marketing copy)</a:t>
            </a:r>
          </a:p>
          <a:p>
            <a:pPr lvl="1">
              <a:defRPr sz="1800"/>
            </a:pPr>
            <a:r>
              <a:rPr sz="1400" dirty="0"/>
              <a:t>Code generation &amp; explanation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Comprehend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400" dirty="0"/>
          </a:p>
          <a:p>
            <a:pPr>
              <a:defRPr sz="2000" b="1"/>
            </a:pPr>
            <a:r>
              <a:rPr sz="1400" dirty="0"/>
              <a:t>📌 Features:</a:t>
            </a:r>
          </a:p>
          <a:p>
            <a:pPr lvl="1">
              <a:defRPr sz="1800"/>
            </a:pPr>
            <a:r>
              <a:rPr sz="1400" dirty="0"/>
              <a:t>Sentiment analysis (positive, negative, neutral, mixed)</a:t>
            </a:r>
          </a:p>
          <a:p>
            <a:pPr lvl="1">
              <a:defRPr sz="1800"/>
            </a:pPr>
            <a:r>
              <a:rPr sz="1400" dirty="0"/>
              <a:t>Entity recognition (names, places, organizations)</a:t>
            </a:r>
          </a:p>
          <a:p>
            <a:pPr lvl="1">
              <a:defRPr sz="1800"/>
            </a:pPr>
            <a:r>
              <a:rPr sz="1400" dirty="0"/>
              <a:t>Key phrase extraction</a:t>
            </a:r>
          </a:p>
          <a:p>
            <a:pPr lvl="1">
              <a:defRPr sz="1800"/>
            </a:pPr>
            <a:r>
              <a:rPr sz="1400" dirty="0"/>
              <a:t>PII detection and redaction</a:t>
            </a:r>
          </a:p>
          <a:p>
            <a:pPr lvl="1">
              <a:defRPr sz="1800"/>
            </a:pPr>
            <a:r>
              <a:rPr sz="1400" dirty="0"/>
              <a:t>Topic modeling and document clustering</a:t>
            </a:r>
          </a:p>
          <a:p>
            <a:pPr lvl="1">
              <a:defRPr sz="1800"/>
            </a:pPr>
            <a:r>
              <a:rPr sz="1400" dirty="0"/>
              <a:t>Custom models for domain-specific NLP</a:t>
            </a:r>
          </a:p>
          <a:p>
            <a:br>
              <a:rPr sz="1400" dirty="0"/>
            </a:br>
            <a:r>
              <a:rPr sz="1400" dirty="0"/>
              <a:t>📍 Example:</a:t>
            </a:r>
          </a:p>
          <a:p>
            <a:pPr lvl="1">
              <a:defRPr sz="1800"/>
            </a:pPr>
            <a:r>
              <a:rPr sz="1400" dirty="0"/>
              <a:t>Analyze customer review: 'Delivery was quick, but packaging was damaged' → Sentiment: Mixed, Entities: Delivery, Packaging.</a:t>
            </a:r>
          </a:p>
          <a:p>
            <a:br>
              <a:rPr sz="1400" dirty="0"/>
            </a:br>
            <a:r>
              <a:rPr sz="1400" dirty="0"/>
              <a:t>📍 Use Cases:</a:t>
            </a:r>
          </a:p>
          <a:p>
            <a:pPr lvl="1">
              <a:defRPr sz="1800"/>
            </a:pPr>
            <a:r>
              <a:rPr sz="1400" dirty="0"/>
              <a:t>Customer feedback analysis</a:t>
            </a:r>
          </a:p>
          <a:p>
            <a:pPr lvl="1">
              <a:defRPr sz="1800"/>
            </a:pPr>
            <a:r>
              <a:rPr sz="1400" dirty="0"/>
              <a:t>Healthcare NLP (symptoms, diagnosis extraction)</a:t>
            </a:r>
          </a:p>
          <a:p>
            <a:pPr lvl="1">
              <a:defRPr sz="1800"/>
            </a:pPr>
            <a:r>
              <a:rPr sz="1400" dirty="0"/>
              <a:t>Compliance (PII detection &amp; masking)</a:t>
            </a:r>
          </a:p>
          <a:p>
            <a:pPr lvl="1">
              <a:defRPr sz="1800"/>
            </a:pPr>
            <a:r>
              <a:rPr sz="1400" dirty="0"/>
              <a:t>Organizing large document repositories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SageMaker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400" dirty="0"/>
          </a:p>
          <a:p>
            <a:pPr>
              <a:defRPr sz="2000" b="1"/>
            </a:pPr>
            <a:r>
              <a:rPr sz="1400" dirty="0"/>
              <a:t>📌 Features:</a:t>
            </a:r>
          </a:p>
          <a:p>
            <a:pPr lvl="1">
              <a:defRPr sz="1800"/>
            </a:pPr>
            <a:r>
              <a:rPr sz="1400" dirty="0"/>
              <a:t>Data preparation (Data Wrangler, Ground Truth)</a:t>
            </a:r>
          </a:p>
          <a:p>
            <a:pPr lvl="1">
              <a:defRPr sz="1800"/>
            </a:pPr>
            <a:r>
              <a:rPr sz="1400" dirty="0"/>
              <a:t>Model training (built-in algorithms or custom frameworks)</a:t>
            </a:r>
          </a:p>
          <a:p>
            <a:pPr lvl="1">
              <a:defRPr sz="1800"/>
            </a:pPr>
            <a:r>
              <a:rPr sz="1400" dirty="0"/>
              <a:t>Deployment (real-time, batch, edge)</a:t>
            </a:r>
          </a:p>
          <a:p>
            <a:pPr lvl="1">
              <a:defRPr sz="1800"/>
            </a:pPr>
            <a:r>
              <a:rPr sz="1400" dirty="0" err="1"/>
              <a:t>AutoML</a:t>
            </a:r>
            <a:r>
              <a:rPr sz="1400" dirty="0"/>
              <a:t> with SageMaker Autopilot</a:t>
            </a:r>
          </a:p>
          <a:p>
            <a:pPr lvl="1">
              <a:defRPr sz="1800"/>
            </a:pPr>
            <a:r>
              <a:rPr sz="1400" dirty="0" err="1"/>
              <a:t>MLOps</a:t>
            </a:r>
            <a:r>
              <a:rPr sz="1400" dirty="0"/>
              <a:t> with Pipelines &amp; Model Registry</a:t>
            </a:r>
          </a:p>
          <a:p>
            <a:pPr lvl="1">
              <a:defRPr sz="1800"/>
            </a:pPr>
            <a:r>
              <a:rPr sz="1400" dirty="0"/>
              <a:t>Monitoring for data/model drift</a:t>
            </a:r>
          </a:p>
          <a:p>
            <a:br>
              <a:rPr sz="1400" dirty="0"/>
            </a:br>
            <a:r>
              <a:rPr sz="1400" dirty="0"/>
              <a:t>📍 Example:</a:t>
            </a:r>
          </a:p>
          <a:p>
            <a:pPr lvl="1">
              <a:defRPr sz="1800"/>
            </a:pPr>
            <a:r>
              <a:rPr sz="1400" dirty="0"/>
              <a:t>Train fraud detection model with transaction data → Deploy endpoint → Real-time fraud alerts.</a:t>
            </a:r>
          </a:p>
          <a:p>
            <a:br>
              <a:rPr sz="1400" dirty="0"/>
            </a:br>
            <a:r>
              <a:rPr sz="1400" dirty="0"/>
              <a:t>📍 Use Cases:</a:t>
            </a:r>
          </a:p>
          <a:p>
            <a:pPr lvl="1">
              <a:defRPr sz="1800"/>
            </a:pPr>
            <a:r>
              <a:rPr sz="1400" dirty="0"/>
              <a:t>Fraud detection in finance</a:t>
            </a:r>
          </a:p>
          <a:p>
            <a:pPr lvl="1">
              <a:defRPr sz="1800"/>
            </a:pPr>
            <a:r>
              <a:rPr sz="1400" dirty="0"/>
              <a:t>Predictive maintenance in manufacturing</a:t>
            </a:r>
          </a:p>
          <a:p>
            <a:pPr lvl="1">
              <a:defRPr sz="1800"/>
            </a:pPr>
            <a:r>
              <a:rPr sz="1400" dirty="0"/>
              <a:t>Recommendation engines (e-commerce, OTT)</a:t>
            </a:r>
          </a:p>
          <a:p>
            <a:pPr lvl="1">
              <a:defRPr sz="1800"/>
            </a:pPr>
            <a:r>
              <a:rPr sz="1400" dirty="0"/>
              <a:t>Image recognition (defect detection, medical imaging)</a:t>
            </a:r>
          </a:p>
          <a:p>
            <a:pPr lvl="1">
              <a:defRPr sz="1800"/>
            </a:pPr>
            <a:r>
              <a:rPr sz="1400" dirty="0"/>
              <a:t>Custom ML beyond pre-trained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371</Words>
  <Application>Microsoft Office PowerPoint</Application>
  <PresentationFormat>On-screen Show (4:3)</PresentationFormat>
  <Paragraphs>65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AWS AI/ML Services - Features, Examples &amp; Use Cases</vt:lpstr>
      <vt:lpstr>Amazon Textract</vt:lpstr>
      <vt:lpstr>Amazon Bedrock</vt:lpstr>
      <vt:lpstr>Amazon Comprehend</vt:lpstr>
      <vt:lpstr>Amazon SageMaker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Neha</cp:lastModifiedBy>
  <cp:revision>2</cp:revision>
  <dcterms:created xsi:type="dcterms:W3CDTF">2013-01-27T09:14:16Z</dcterms:created>
  <dcterms:modified xsi:type="dcterms:W3CDTF">2025-09-11T08:42:19Z</dcterms:modified>
  <cp:category/>
</cp:coreProperties>
</file>