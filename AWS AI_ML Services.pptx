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AI/ML Services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Amazon Textract, Bedrock, Comprehend, SageMaker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Textract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OCR service to extract text, tables, forms from documents</a:t>
            </a:r>
          </a:p>
          <a:p>
            <a:pPr>
              <a:defRPr sz="1800"/>
            </a:pPr>
            <a:r>
              <a:t>Goes beyond OCR: identifies key-value pairs and context</a:t>
            </a:r>
          </a:p>
          <a:p>
            <a:pPr>
              <a:defRPr sz="1800"/>
            </a:pPr>
            <a:r>
              <a:t>Example: Extract invoice details (Vendor, Invoice #, Amount) into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Bedrock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Service for building generative AI applications</a:t>
            </a:r>
          </a:p>
          <a:p>
            <a:pPr>
              <a:defRPr sz="1800"/>
            </a:pPr>
            <a:r>
              <a:t>Access foundation models (Claude, Titan, etc.) via API</a:t>
            </a:r>
          </a:p>
          <a:p>
            <a:pPr>
              <a:defRPr sz="1800"/>
            </a:pPr>
            <a:r>
              <a:t>No need to train or manage LLMs</a:t>
            </a:r>
          </a:p>
          <a:p>
            <a:pPr>
              <a:defRPr sz="1800"/>
            </a:pPr>
            <a:r>
              <a:t>Example: Summarize a 20-page policy document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Comprehend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NLP service for extracting insights from text</a:t>
            </a:r>
          </a:p>
          <a:p>
            <a:pPr>
              <a:defRPr sz="1800"/>
            </a:pPr>
            <a:r>
              <a:t>Features: Sentiment analysis, entity recognition, PII detection</a:t>
            </a:r>
          </a:p>
          <a:p>
            <a:pPr>
              <a:defRPr sz="1800"/>
            </a:pPr>
            <a:r>
              <a:t>Example: Analyze customer reviews for sentiment and 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SageMaker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End-to-end ML platform for data prep, training, deployment</a:t>
            </a:r>
          </a:p>
          <a:p>
            <a:pPr>
              <a:defRPr sz="1800"/>
            </a:pPr>
            <a:r>
              <a:t>Full control for custom ML model building</a:t>
            </a:r>
          </a:p>
          <a:p>
            <a:pPr>
              <a:defRPr sz="1800"/>
            </a:pPr>
            <a:r>
              <a:t>Example: Train handwriting recognition model and deploy via endpoint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Extract text &amp; data from documents/images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Invoice → structured JSON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 foundation/LLM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Chatbot, text summarization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Comprehend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NLP insights from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Sentiment from customer reviews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SageMaker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Build/train/deploy ML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Handwriting recognition ML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